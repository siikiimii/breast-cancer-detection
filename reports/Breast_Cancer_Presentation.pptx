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Breast Cancer Detection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 Overview</a:t>
            </a:r>
          </a:p>
          <a:p>
            <a:r>
              <a:t>2. Task 1: Data Preprocessing &amp; EDA</a:t>
            </a:r>
          </a:p>
          <a:p>
            <a:r>
              <a:t>3. Task 2: Baseline Models</a:t>
            </a:r>
          </a:p>
          <a:p>
            <a:r>
              <a:t>4. Task 3: Hyperparameter Tuning</a:t>
            </a:r>
          </a:p>
          <a:p>
            <a:r>
              <a:t>5. Conclusion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Detect breast cancer using ML models on WDBC dataset.</a:t>
            </a:r>
          </a:p>
          <a:p>
            <a:r>
              <a:t>Dataset: 569 samples (212 malignant, 357 benign).</a:t>
            </a:r>
          </a:p>
          <a:p>
            <a:r>
              <a:t>Models: SVM, MLP, GRU-SVM (optional).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Data Preprocessing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Dropped unnecessary columns (id, Unnamed:32).</a:t>
            </a:r>
          </a:p>
          <a:p>
            <a:r>
              <a:t>- Encoded labels (M=1, B=0).</a:t>
            </a:r>
          </a:p>
          <a:p>
            <a:r>
              <a:t>- Standardized features.</a:t>
            </a:r>
          </a:p>
          <a:p>
            <a:r>
              <a:t>- EDA: Correlation heatmap, histograms.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SVM and MLP Confusion Matrices</a:t>
            </a:r>
          </a:p>
        </p:txBody>
      </p:sp>
      <p:pic>
        <p:nvPicPr>
          <p:cNvPr id="3" name="Picture 2" descr="svm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mlp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SVM and MLP ROC Curves</a:t>
            </a:r>
          </a:p>
        </p:txBody>
      </p:sp>
      <p:pic>
        <p:nvPicPr>
          <p:cNvPr id="3" name="Picture 2" descr="svm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mlp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All models achieved &gt;95% accuracy.</a:t>
            </a:r>
          </a:p>
          <a:p>
            <a:r>
              <a:t>- MLP performed best (~99%).</a:t>
            </a:r>
          </a:p>
          <a:p>
            <a:r>
              <a:t>- Hyperparameter tuning improved robustness.</a:t>
            </a:r>
          </a:p>
          <a:p>
            <a:r>
              <a:t>- Future work: Try CNN, LSTM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Original paper: On Breast Cancer Detection</a:t>
            </a:r>
          </a:p>
          <a:p>
            <a:r>
              <a:t>- Dataset: WDBC (UCI Repository)</a:t>
            </a:r>
          </a:p>
          <a:p>
            <a:r>
              <a:t>- Libraries: scikit-learn, matplotlib, seaborn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